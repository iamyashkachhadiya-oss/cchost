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01f848fe434a44" /><Relationship Type="http://schemas.openxmlformats.org/officeDocument/2006/relationships/extended-properties" Target="/docProps/app.xml" Id="Rba35ba7dd9a642c2" /><Relationship Type="http://schemas.openxmlformats.org/officeDocument/2006/relationships/officeDocument" Target="/ppt/presentation.xml" Id="R850446ec5d11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5d6df91b04b24"/>
  </p:sldMasterIdLst>
  <p:notesMasterIdLst>
    <p:notesMasterId xmlns:r="http://schemas.openxmlformats.org/officeDocument/2006/relationships" r:id="R1c11fa7259944c43"/>
  </p:notesMasterIdLst>
  <p:sldIdLst>
    <p:sldId xmlns:r="http://schemas.openxmlformats.org/officeDocument/2006/relationships" id="256" r:id="Ra16a8889b446400d"/>
    <p:sldId xmlns:r="http://schemas.openxmlformats.org/officeDocument/2006/relationships" id="257" r:id="Rc6f3740361ae42e0"/>
    <p:sldId xmlns:r="http://schemas.openxmlformats.org/officeDocument/2006/relationships" id="258" r:id="R98d59fc60b8c4488"/>
    <p:sldId xmlns:r="http://schemas.openxmlformats.org/officeDocument/2006/relationships" id="259" r:id="R7c599c932aad4a48"/>
    <p:sldId xmlns:r="http://schemas.openxmlformats.org/officeDocument/2006/relationships" id="260" r:id="R2adbec9e3a03430d"/>
    <p:sldId xmlns:r="http://schemas.openxmlformats.org/officeDocument/2006/relationships" id="261" r:id="R074dee4b5f1a4b3f"/>
    <p:sldId xmlns:r="http://schemas.openxmlformats.org/officeDocument/2006/relationships" id="262" r:id="R58ab165ccaac41b1"/>
    <p:sldId xmlns:r="http://schemas.openxmlformats.org/officeDocument/2006/relationships" id="263" r:id="Rb087ed0206934675"/>
    <p:sldId xmlns:r="http://schemas.openxmlformats.org/officeDocument/2006/relationships" id="264" r:id="R88cf0a9854da40ac"/>
    <p:sldId xmlns:r="http://schemas.openxmlformats.org/officeDocument/2006/relationships" id="265" r:id="Ref7ceaae02204d11"/>
    <p:sldId xmlns:r="http://schemas.openxmlformats.org/officeDocument/2006/relationships" id="266" r:id="R588fa499d66e46a1"/>
    <p:sldId xmlns:r="http://schemas.openxmlformats.org/officeDocument/2006/relationships" id="267" r:id="R0947ab638e4748e1"/>
    <p:sldId xmlns:r="http://schemas.openxmlformats.org/officeDocument/2006/relationships" id="268" r:id="R010b0dede69b4830"/>
    <p:sldId xmlns:r="http://schemas.openxmlformats.org/officeDocument/2006/relationships" id="269" r:id="Rd8c01d3d7df74f70"/>
    <p:sldId xmlns:r="http://schemas.openxmlformats.org/officeDocument/2006/relationships" id="270" r:id="R43ee5b4e19c541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1d6ac2d2044fb" /><Relationship Type="http://schemas.openxmlformats.org/officeDocument/2006/relationships/slideMaster" Target="/ppt/slideMasters/slideMaster1.xml" Id="Rd9a5d6df91b04b24" /><Relationship Type="http://schemas.openxmlformats.org/officeDocument/2006/relationships/notesMaster" Target="/ppt/notesMasters/notesMaster1.xml" Id="R1c11fa7259944c43" /><Relationship Type="http://schemas.openxmlformats.org/officeDocument/2006/relationships/presProps" Target="/ppt/presProps.xml" Id="R5c819d90f23e4863" /><Relationship Type="http://schemas.openxmlformats.org/officeDocument/2006/relationships/tableStyles" Target="/ppt/tableStyles.xml" Id="R28056b095b034908" /><Relationship Type="http://schemas.openxmlformats.org/officeDocument/2006/relationships/slide" Target="/ppt/slides/slide1.xml" Id="Ra16a8889b446400d" /><Relationship Type="http://schemas.openxmlformats.org/officeDocument/2006/relationships/slide" Target="/ppt/slides/slide2.xml" Id="Rc6f3740361ae42e0" /><Relationship Type="http://schemas.openxmlformats.org/officeDocument/2006/relationships/slide" Target="/ppt/slides/slide3.xml" Id="R98d59fc60b8c4488" /><Relationship Type="http://schemas.openxmlformats.org/officeDocument/2006/relationships/slide" Target="/ppt/slides/slide4.xml" Id="R7c599c932aad4a48" /><Relationship Type="http://schemas.openxmlformats.org/officeDocument/2006/relationships/slide" Target="/ppt/slides/slide5.xml" Id="R2adbec9e3a03430d" /><Relationship Type="http://schemas.openxmlformats.org/officeDocument/2006/relationships/slide" Target="/ppt/slides/slide6.xml" Id="R074dee4b5f1a4b3f" /><Relationship Type="http://schemas.openxmlformats.org/officeDocument/2006/relationships/slide" Target="/ppt/slides/slide7.xml" Id="R58ab165ccaac41b1" /><Relationship Type="http://schemas.openxmlformats.org/officeDocument/2006/relationships/slide" Target="/ppt/slides/slide8.xml" Id="Rb087ed0206934675" /><Relationship Type="http://schemas.openxmlformats.org/officeDocument/2006/relationships/slide" Target="/ppt/slides/slide9.xml" Id="R88cf0a9854da40ac" /><Relationship Type="http://schemas.openxmlformats.org/officeDocument/2006/relationships/slide" Target="/ppt/slides/slide10.xml" Id="Ref7ceaae02204d11" /><Relationship Type="http://schemas.openxmlformats.org/officeDocument/2006/relationships/slide" Target="/ppt/slides/slide11.xml" Id="R588fa499d66e46a1" /><Relationship Type="http://schemas.openxmlformats.org/officeDocument/2006/relationships/slide" Target="/ppt/slides/slide12.xml" Id="R0947ab638e4748e1" /><Relationship Type="http://schemas.openxmlformats.org/officeDocument/2006/relationships/slide" Target="/ppt/slides/slide13.xml" Id="R010b0dede69b4830" /><Relationship Type="http://schemas.openxmlformats.org/officeDocument/2006/relationships/slide" Target="/ppt/slides/slide14.xml" Id="Rd8c01d3d7df74f70" /><Relationship Type="http://schemas.openxmlformats.org/officeDocument/2006/relationships/slide" Target="/ppt/slides/slide15.xml" Id="R43ee5b4e19c5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55c0dc8dd246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d6ca602c0c413f" /><Relationship Type="http://schemas.openxmlformats.org/officeDocument/2006/relationships/notesMaster" Target="/ppt/notesMasters/notesMaster1.xml" Id="R116a9428c815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1314fa9f67406c" /><Relationship Type="http://schemas.openxmlformats.org/officeDocument/2006/relationships/notesMaster" Target="/ppt/notesMasters/notesMaster1.xml" Id="R36a7afc79fbc4d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36f5356f7430a" /><Relationship Type="http://schemas.openxmlformats.org/officeDocument/2006/relationships/notesMaster" Target="/ppt/notesMasters/notesMaster1.xml" Id="Ra4124072823f4e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59a42067c54440" /><Relationship Type="http://schemas.openxmlformats.org/officeDocument/2006/relationships/notesMaster" Target="/ppt/notesMasters/notesMaster1.xml" Id="Rf827c28877f84d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d8ab0c885a4e88" /><Relationship Type="http://schemas.openxmlformats.org/officeDocument/2006/relationships/notesMaster" Target="/ppt/notesMasters/notesMaster1.xml" Id="R452323d70e85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4ffc5da824220" /><Relationship Type="http://schemas.openxmlformats.org/officeDocument/2006/relationships/notesMaster" Target="/ppt/notesMasters/notesMaster1.xml" Id="R28d752ac7dd141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6b41e17b99436d" /><Relationship Type="http://schemas.openxmlformats.org/officeDocument/2006/relationships/notesMaster" Target="/ppt/notesMasters/notesMaster1.xml" Id="R01a3373fb24749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c69091c3c64564" /><Relationship Type="http://schemas.openxmlformats.org/officeDocument/2006/relationships/notesMaster" Target="/ppt/notesMasters/notesMaster1.xml" Id="Rd726a3276c4946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781c524e7f4ff9" /><Relationship Type="http://schemas.openxmlformats.org/officeDocument/2006/relationships/notesMaster" Target="/ppt/notesMasters/notesMaster1.xml" Id="Rc01bc9fbc6dc4a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4dae3d38064cac" /><Relationship Type="http://schemas.openxmlformats.org/officeDocument/2006/relationships/notesMaster" Target="/ppt/notesMasters/notesMaster1.xml" Id="R322db65a00514f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6590abc0b64d28" /><Relationship Type="http://schemas.openxmlformats.org/officeDocument/2006/relationships/notesMaster" Target="/ppt/notesMasters/notesMaster1.xml" Id="Ra79499b8432f48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a303295cff4f15" /><Relationship Type="http://schemas.openxmlformats.org/officeDocument/2006/relationships/notesMaster" Target="/ppt/notesMasters/notesMaster1.xml" Id="Rabb8973c482643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23d2774a2145e0" /><Relationship Type="http://schemas.openxmlformats.org/officeDocument/2006/relationships/notesMaster" Target="/ppt/notesMasters/notesMaster1.xml" Id="Rb60d09f0ed694f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f025dd814a4c17" /><Relationship Type="http://schemas.openxmlformats.org/officeDocument/2006/relationships/notesMaster" Target="/ppt/notesMasters/notesMaster1.xml" Id="R15a8dca0bc0a4b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648f876c694291" /><Relationship Type="http://schemas.openxmlformats.org/officeDocument/2006/relationships/notesMaster" Target="/ppt/notesMasters/notesMaster1.xml" Id="R0d3eaee9943843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job email and application material pasted in conversation.</a:t>
            </a:r>
          </a:p>
          <a:p xmlns:a="http://schemas.openxmlformats.org/drawingml/2006/main">
            <a:r>
              <a:t>- User-provided content assets in /Users/mac/Desktop/Content.</a:t>
            </a:r>
          </a:p>
          <a:p xmlns:a="http://schemas.openxmlformats.org/drawingml/2006/main">
            <a:r>
              <a:t>- Magnuson logo supplied by user in /Users/mac/Desktop/Content/Magnuson+Logo_Green.webp.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 framing based on user's clarified request: show transition and goal-based strategy.</a:t>
            </a:r>
          </a:p>
          <a:p xmlns:a="http://schemas.openxmlformats.org/drawingml/2006/main">
            <a:r>
              <a:t>- User-provided resume and cover letter from /Users/mac/Desktop/JOBSTUFF/Resumes/Digital Marketing.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cover letter.</a:t>
            </a:r>
          </a:p>
          <a:p xmlns:a="http://schemas.openxmlformats.org/drawingml/2006/main">
            <a:r>
              <a:t>- User clarification about Fun Strike consulting role and Magnuson content strategy goal.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User-described prior fashion/lifestyle Instagram experience and content volume.</a:t>
            </a:r>
          </a:p>
          <a:p xmlns:a="http://schemas.openxmlformats.org/drawingml/2006/main">
            <a:r>
              <a:t>- User-provided @digitalysh screenshot in /Users/mac/Desktop/Content/Social meida view and follers stuff.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@digitalysh analytics screenshot: /Users/mac/Desktop/Content/Social meida view and follers stuff/IMG_3013.PNG.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Founder’s Fuel screenshots: /Users/mac/Desktop/Content/Social meida view and follers stuff/IMG_3020.PNG and IMG_3021.PNG.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resume: /Users/mac/Desktop/JOBSTUFF/Resumes/Digital Marketing/Resume.pdf.</a:t>
            </a:r>
          </a:p>
          <a:p xmlns:a="http://schemas.openxmlformats.org/drawingml/2006/main">
            <a:r>
              <a:t>- User-provided Patlun assets in /Users/mac/Desktop/Content/Patlun video and post.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clarification in conversation: Fun Strike role was consulting, collaboration strategy, and local influencer/community strategy, not personal content creation.</a:t>
            </a:r>
          </a:p>
          <a:p xmlns:a="http://schemas.openxmlformats.org/drawingml/2006/main">
            <a:r>
              <a:t>- User-provided resume includes Fun Strike growth-marketing consulting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Armaan Textile and AR2 design assets in /Users/mac/Desktop/Content.</a:t>
            </a:r>
          </a:p>
          <a:p xmlns:a="http://schemas.openxmlformats.org/drawingml/2006/main">
            <a:r>
              <a:t>- User clarified AR2 was a small creative project for a friend, not a full marketing campaign.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Magnuson Center homepage: https://magnuson.dartmouth.edu/.</a:t>
            </a:r>
          </a:p>
          <a:p xmlns:a="http://schemas.openxmlformats.org/drawingml/2006/main">
            <a:r>
              <a:t>- Magnuson Our Story/About page: https://magnuson.dartmouth.edu/about.</a:t>
            </a:r>
          </a:p>
          <a:p xmlns:a="http://schemas.openxmlformats.org/drawingml/2006/main">
            <a:r>
              <a:t>- User-provided job description pasted in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Magnuson About page states students with abstract interest can explore entrepreneurship through programs and events: https://magnuson.dartmouth.edu/about.</a:t>
            </a:r>
          </a:p>
          <a:p xmlns:a="http://schemas.openxmlformats.org/drawingml/2006/main">
            <a:r>
              <a:t>- Magnuson Venture Studio page lists resources including Founder Grant, office hours, startup weekend, mentor network: https://magnuson.dartmouth.edu/venture-studio.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User-requested Magnuson-specific content proposal direction.</a:t>
            </a:r>
          </a:p>
          <a:p xmlns:a="http://schemas.openxmlformats.org/drawingml/2006/main">
            <a:r>
              <a:t>- Magnuson official pages on mission, student support, grants, office hours, programs, and events: https://magnuson.dartmouth.edu/, https://magnuson.dartmouth.edu/about, https://magnuson.dartmouth.edu/venture-studio.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User-requested proposal for Magnuson content that serves awareness, confidence, participation, and program understanding.</a:t>
            </a:r>
          </a:p>
          <a:p xmlns:a="http://schemas.openxmlformats.org/drawingml/2006/main">
            <a:r>
              <a:t>- Job description pasted by user mentions analytics, engagement monitoring, campaign support, and content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Placeholder based on user's instruction that a specific Magnuson event/program will be supplied later.</a:t>
            </a:r>
          </a:p>
          <a:p xmlns:a="http://schemas.openxmlformats.org/drawingml/2006/main">
            <a:r>
              <a:t>- Magnuson brand/source context from official website and user-provided Magnuson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based on user-provided resume, cover letter, content assets, job description, and clarified positioning for Magnuson.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aa1d2ef8e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d933b9d7824871" /><Relationship Type="http://schemas.openxmlformats.org/officeDocument/2006/relationships/slideLayout" Target="/ppt/slideLayouts/slideLayout1.xml" Id="Rc7b4f622426d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b4f622426d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6144b78364770" /><Relationship Type="http://schemas.openxmlformats.org/officeDocument/2006/relationships/image" Target="/ppt/media/image.png" Id="Rb8bf3e73f09b4630" /><Relationship Type="http://schemas.openxmlformats.org/officeDocument/2006/relationships/image" Target="/ppt/media/image.jpeg" Id="R7af0eee628ea495d" /><Relationship Type="http://schemas.openxmlformats.org/officeDocument/2006/relationships/image" Target="/ppt/media/image2.jpeg" Id="Rf73d167188664e12" /><Relationship Type="http://schemas.openxmlformats.org/officeDocument/2006/relationships/image" Target="/ppt/media/image3.jpeg" Id="R5b5032be41e14107" /><Relationship Type="http://schemas.openxmlformats.org/officeDocument/2006/relationships/image" Target="/ppt/media/image4.jpeg" Id="Re0571aed3cbe436a" /><Relationship Type="http://schemas.openxmlformats.org/officeDocument/2006/relationships/notesSlide" Target="/ppt/notesSlides/notesSlide1.xml" Id="Ra2018c45a0de4a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c6f7bde1a46de" /><Relationship Type="http://schemas.openxmlformats.org/officeDocument/2006/relationships/notesSlide" Target="/ppt/notesSlides/notesSlide2.xml" Id="Rd28416d795574c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a4f1870d74124" /><Relationship Type="http://schemas.openxmlformats.org/officeDocument/2006/relationships/notesSlide" Target="/ppt/notesSlides/notesSlide3.xml" Id="R2dbae3a68aa641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c13d050524ddd" /><Relationship Type="http://schemas.openxmlformats.org/officeDocument/2006/relationships/image" Target="/ppt/media/image5.jpeg" Id="R701c9a6c2beb4caa" /><Relationship Type="http://schemas.openxmlformats.org/officeDocument/2006/relationships/notesSlide" Target="/ppt/notesSlides/notesSlide4.xml" Id="R666c8598a23d45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37486f15d41dc" /><Relationship Type="http://schemas.openxmlformats.org/officeDocument/2006/relationships/image" Target="/ppt/media/image6.jpeg" Id="Rf7b033594ce14df1" /><Relationship Type="http://schemas.openxmlformats.org/officeDocument/2006/relationships/notesSlide" Target="/ppt/notesSlides/notesSlide5.xml" Id="R189e0a41686c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098aefa134ec7" /><Relationship Type="http://schemas.openxmlformats.org/officeDocument/2006/relationships/image" Target="/ppt/media/image7.jpeg" Id="Rcb4aa96871bb471b" /><Relationship Type="http://schemas.openxmlformats.org/officeDocument/2006/relationships/image" Target="/ppt/media/image8.jpeg" Id="R77382770a0b24151" /><Relationship Type="http://schemas.openxmlformats.org/officeDocument/2006/relationships/notesSlide" Target="/ppt/notesSlides/notesSlide6.xml" Id="R1f163bddff33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18742d80b4e2e" /><Relationship Type="http://schemas.openxmlformats.org/officeDocument/2006/relationships/image" Target="/ppt/media/image9.jpeg" Id="R64ca288eadd143b5" /><Relationship Type="http://schemas.openxmlformats.org/officeDocument/2006/relationships/image" Target="/ppt/media/image10.jpeg" Id="Rfe5beef50166414e" /><Relationship Type="http://schemas.openxmlformats.org/officeDocument/2006/relationships/notesSlide" Target="/ppt/notesSlides/notesSlide7.xml" Id="R1fc0854c4b1e41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d56eadd204249" /><Relationship Type="http://schemas.openxmlformats.org/officeDocument/2006/relationships/notesSlide" Target="/ppt/notesSlides/notesSlide8.xml" Id="R20e9f4949b0c49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367a012614ce4" /><Relationship Type="http://schemas.openxmlformats.org/officeDocument/2006/relationships/image" Target="/ppt/media/image11.jpeg" Id="R8c9c447cd534432d" /><Relationship Type="http://schemas.openxmlformats.org/officeDocument/2006/relationships/image" Target="/ppt/media/image12.jpeg" Id="Rdf10c1be65c043e1" /><Relationship Type="http://schemas.openxmlformats.org/officeDocument/2006/relationships/image" Target="/ppt/media/image13.jpeg" Id="R0fc3dff532ec4573" /><Relationship Type="http://schemas.openxmlformats.org/officeDocument/2006/relationships/image" Target="/ppt/media/image14.jpeg" Id="Rd645361ffbb04faa" /><Relationship Type="http://schemas.openxmlformats.org/officeDocument/2006/relationships/image" Target="/ppt/media/image15.jpeg" Id="Ra58eb09dd7aa4eae" /><Relationship Type="http://schemas.openxmlformats.org/officeDocument/2006/relationships/notesSlide" Target="/ppt/notesSlides/notesSlide9.xml" Id="R544d14f269b243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743cb39c4454b" /><Relationship Type="http://schemas.openxmlformats.org/officeDocument/2006/relationships/notesSlide" Target="/ppt/notesSlides/notesSlide10.xml" Id="Rfc884db8ea994a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4069ef8c8407b" /><Relationship Type="http://schemas.openxmlformats.org/officeDocument/2006/relationships/notesSlide" Target="/ppt/notesSlides/notesSlide11.xml" Id="R55185324378d4b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f818395384b64" /><Relationship Type="http://schemas.openxmlformats.org/officeDocument/2006/relationships/notesSlide" Target="/ppt/notesSlides/notesSlide12.xml" Id="R69ae551bbc234d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a4bfb46334211" /><Relationship Type="http://schemas.openxmlformats.org/officeDocument/2006/relationships/notesSlide" Target="/ppt/notesSlides/notesSlide13.xml" Id="R01a087872e9045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45def9e1f466e" /><Relationship Type="http://schemas.openxmlformats.org/officeDocument/2006/relationships/notesSlide" Target="/ppt/notesSlides/notesSlide14.xml" Id="Rd45dd595ae4c49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4a808d9d7425e" /><Relationship Type="http://schemas.openxmlformats.org/officeDocument/2006/relationships/image" Target="/ppt/media/image2.png" Id="R289ed1ffd6ae4dce" /><Relationship Type="http://schemas.openxmlformats.org/officeDocument/2006/relationships/notesSlide" Target="/ppt/notesSlides/notesSlide15.xml" Id="R13fa42b064544f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9FF2C-229B-4E14-8AD9-E1730E24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YASH KACHHADIYA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16F95-46A6-4DE8-8573-8C1877BD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096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Content with a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D2569-6737-47F7-ACF7-9210B100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A portfolio for the Magnuson Center Student Social Media Content Creator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4EE99-D20E-40A2-A922-18290E99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Social media | Strategy | Growth | Storytelling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f3e73f09b4630"/>
          <a:stretch xmlns:a="http://schemas.openxmlformats.org/drawingml/2006/main"/>
        </p:blipFill>
        <p:spPr>
          <a:xfrm xmlns:a="http://schemas.openxmlformats.org/drawingml/2006/main">
            <a:off x="7429500" y="1055656"/>
            <a:ext cx="3143250" cy="517588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0eee628ea49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2324100"/>
            <a:ext cx="1657350" cy="1657350"/>
          </a:xfrm>
          <a:prstGeom xmlns:a="http://schemas.openxmlformats.org/drawingml/2006/main" prst="roundRect">
            <a:avLst>
              <a:gd name="adj" fmla="val 10345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d167188664e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2324100"/>
            <a:ext cx="1657350" cy="1657350"/>
          </a:xfrm>
          <a:prstGeom xmlns:a="http://schemas.openxmlformats.org/drawingml/2006/main" prst="roundRect">
            <a:avLst>
              <a:gd name="adj" fmla="val 10345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032be41e14107"/>
          <a:srcRect xmlns:a="http://schemas.openxmlformats.org/drawingml/2006/main" l="0" t="27000" r="0" b="2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4171950"/>
            <a:ext cx="1657350" cy="1657350"/>
          </a:xfrm>
          <a:prstGeom xmlns:a="http://schemas.openxmlformats.org/drawingml/2006/main" prst="roundRect">
            <a:avLst>
              <a:gd name="adj" fmla="val 10345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71aed3cbe436a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4171950"/>
            <a:ext cx="1657350" cy="1657350"/>
          </a:xfrm>
          <a:prstGeom xmlns:a="http://schemas.openxmlformats.org/drawingml/2006/main" prst="roundRect">
            <a:avLst>
              <a:gd name="adj" fmla="val 1034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AE9C5-D381-4595-837B-3D6A9E6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24450"/>
            <a:ext cx="42481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0693E"/>
          </a:solidFill>
          <a:ln xmlns:a="http://schemas.openxmlformats.org/drawingml/2006/main" w="9525">
            <a:solidFill>
              <a:srgbClr val="0069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08F34-9A11-49CA-8CD6-85D1E6CC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86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a library of old posts. A transition story.</a:t>
            </a:r>
          </a:p>
        </p:txBody>
      </p:sp>
    </p:spTree>
    <p:extLst>
      <p:ext uri="{BB962C8B-B14F-4D97-AF65-F5344CB8AC3E}">
        <p14:creationId xmlns:p14="http://schemas.microsoft.com/office/powerpoint/2010/main" val="1581811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A2288-35DA-4C1D-AB6D-31972A2D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PORTFOLIO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6EEB6-72D4-4019-874A-E684EB0F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The goal decides the content.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ED336-08A7-4CF2-A38A-7FF17744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A creator page, an ecommerce brand, a local game zone, and a university entrepreneurship center should not post for the same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6D5F2-8F75-4928-A5DC-895DBF46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0F0DA-5BEB-439F-A7D9-35466EB9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Creator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A33B-696D-4FA1-B040-E9C1C5CF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Attention, followers, monetization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A1DDB-961C-429D-850B-060186C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job.</a:t>
            </a:r>
          </a:p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strategy.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0A2FE-584E-41C3-862F-FD341FF1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1A727-FB58-4F3F-ADE6-0D2E2D7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C8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45C8F"/>
                </a:solidFill>
                <a:latin typeface="Aptos"/>
                <a:ea typeface="Aptos"/>
                <a:cs typeface="Aptos"/>
              </a:rPr>
              <a:t>Ecommerce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63DE5-EE54-4831-B9F7-95194F67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Trust, product discovery, sales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62D43-4E7E-4536-859F-1FC0204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05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job.</a:t>
            </a:r>
          </a:p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strategy.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FB5CB-F096-4126-99D2-C988DA49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C1523-A158-46A8-A91F-69FB3AE1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D7A84F"/>
                </a:solidFill>
                <a:latin typeface="Aptos"/>
                <a:ea typeface="Aptos"/>
                <a:cs typeface="Aptos"/>
              </a:rPr>
              <a:t>Local 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31A6E-571D-4AC7-B304-B6638CDD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Nearby customers and visits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4EAE4-214F-4A8A-AD6F-2655A9D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job.</a:t>
            </a:r>
          </a:p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strategy.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4C166-54AD-4188-8390-67255284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AE804-5AA7-4A70-93B4-2F2E27EF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Magnuson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B7C85-FFA4-433B-84E3-565FAD0A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Awareness, confidence, participation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7F390-7C2D-4379-956E-5C5307BA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05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job.</a:t>
            </a:r>
          </a:p>
          <a:p xmlns:a="http://schemas.openxmlformats.org/drawingml/2006/main">
            <a:pPr algn="l">
              <a:defRPr sz="1050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Different strategy.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003A2-3D39-413D-A1ED-46D61555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I do not start with: What should we post?</a:t>
            </a:r>
          </a:p>
          <a:p xmlns:a="http://schemas.openxmlformats.org/drawingml/2006/main">
            <a:pPr algn="l">
              <a:defRPr sz="187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I start with: What does this organization need students to understand, feel, or do?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1B67E-1868-44ED-94AD-4A0764B3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02</a:t>
            </a:r>
          </a:p>
        </p:txBody>
      </p:sp>
    </p:spTree>
    <p:extLst>
      <p:ext uri="{BB962C8B-B14F-4D97-AF65-F5344CB8AC3E}">
        <p14:creationId xmlns:p14="http://schemas.microsoft.com/office/powerpoint/2010/main" val="1895122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02766-C21D-4AA9-8EC3-BF2A5A6D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THE TRANSITION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223D2-13AE-421B-AADA-B2C35E37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07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The path is not random. Each experience trained a different muscle.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B9F5D-CB8D-45E6-B2BE-67C78FF6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BF105-4918-4DA0-B06E-9F5DAB4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Attention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E64A7-FF75-492D-A57E-7F4C93DF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Fashion and lifestyle pages taught me what makes people stop, comment, save, and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4E913-C4E4-4155-9182-B64AB0E2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0B769-D377-438C-9968-5BADDF39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14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BA43A-6303-4160-9B57-A360AA7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@digitalysh turned content into measurable signals: reach, follows, profile visits, website clicks.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2F794-0B69-4E33-9416-EED9DB54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4B15B-7871-4103-9624-3987257F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95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Business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F4745-47DA-4ADF-A683-9BA74190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Peter Field and Patlun connected social content to ecommerce, customers, and product positioning.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CB1CC-C455-492C-AD3B-58957B39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B3462-48AE-4DBB-A68A-E6D05A13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Audience strategy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60885-91EB-48C2-92C1-488F0972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95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Fun Strike taught me that local reach and partnerships can matter more than broad views.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F5FF4-BED8-4003-AFD1-0FFEB085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A302E-50F1-4290-9D74-59D03E11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578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Magnuson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00E64-9BC7-4203-AA74-E987B6A9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768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For Magnuson, the work becomes student confidence, program clarity, event participation, and founder community.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FC821-0EB4-41C9-AB8A-11D7C760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03</a:t>
            </a:r>
          </a:p>
        </p:txBody>
      </p:sp>
    </p:spTree>
    <p:extLst>
      <p:ext uri="{BB962C8B-B14F-4D97-AF65-F5344CB8AC3E}">
        <p14:creationId xmlns:p14="http://schemas.microsoft.com/office/powerpoint/2010/main" val="1916786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14720-B9ED-4190-8441-39F640F6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LEARNING ATTENTION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D9EB5-9824-4F78-82CB-FF6DC7F6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I learned by publishing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3BD15-EDE5-4CD6-9358-4B8BBA43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09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Across earlier fashion and lifestyle pages, I created roughly 3,000 posts and managed comments, DMs, and audience interactions. The accounts were later sold, so the complete analytics archive is no longer 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15825-F442-4462-A333-731BDFF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000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63789-DC8F-47BC-915C-7965D6DE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~3,000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8EE86-C244-4AB8-96BC-3179C917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pieces of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B0949-211A-4454-8D37-F8EEC0DF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2000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F35E0-6DED-4D0A-9468-EAD5687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45C8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45C8F"/>
                </a:solidFill>
                <a:latin typeface="Aptos"/>
                <a:ea typeface="Aptos"/>
                <a:cs typeface="Aptos"/>
              </a:rPr>
              <a:t>Replies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1FD26-1CCA-4AAB-9D72-84B964C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comments + DMs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7950F-4E5A-4EE1-98F3-DFD94B4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2000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CF7DC-40B2-4045-B236-A4EF07C8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28744-5F2C-473E-9490-13EE73DD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95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tested through fashion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c9a6c2beb4caa"/>
          <a:srcRect xmlns:a="http://schemas.openxmlformats.org/drawingml/2006/main" l="0" t="7730" r="0" b="7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762000"/>
            <a:ext cx="2819400" cy="51816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9AA69-B43F-4A05-91DA-9D6F300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The lesson: attention is earned through pattern recognition, hooks, taste, and conversation.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67BD5-4E34-494B-8F06-2ED8C86A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04</a:t>
            </a:r>
          </a:p>
        </p:txBody>
      </p:sp>
    </p:spTree>
    <p:extLst>
      <p:ext uri="{BB962C8B-B14F-4D97-AF65-F5344CB8AC3E}">
        <p14:creationId xmlns:p14="http://schemas.microsoft.com/office/powerpoint/2010/main" val="1248400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2A5FF-D113-4800-8705-AE0BFC8B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LEARNING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8A0E-4516-4873-862E-EAEFD917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04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@digitalysh taught me that content is not just visual. It leaves signals.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033594ce14df1"/>
          <a:srcRect xmlns:a="http://schemas.openxmlformats.org/drawingml/2006/main" l="0" t="6379" r="0" b="6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685800"/>
            <a:ext cx="2762250" cy="523875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C0C5E-839E-4324-8879-5E1343DF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809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4D98E-58D8-4252-997A-8C22D9A6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23.1K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3665B-9E56-4D0A-87A4-E56A46D6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followers documented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C8B25-7B62-4161-BBF0-BD39E815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809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E0218-DC1C-4F58-86EB-6323F423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03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45C8F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245C8F"/>
                </a:solidFill>
                <a:latin typeface="Aptos"/>
                <a:ea typeface="Aptos"/>
                <a:cs typeface="Aptos"/>
              </a:rPr>
              <a:t>230K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F6C93-5C44-4792-9105-7E48455D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accounts reached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BC9D2-8B20-4A9F-B105-B2B01C71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1809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AAFE0-6143-4265-A1F4-A9AAB1AF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42.5K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713D5-3100-4834-B528-499D6D21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content interactions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3B358-4EEB-40A6-8FCF-C3260910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 strong post is not only a view count. It can move someone from content to profile visit, follow, and website click.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A92FE-9084-4768-A958-56A3142B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That thinking matters at Magnuson because the content should create a next step: attend, ask, apply, register, or start a conversation.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C4879-981D-4C25-B560-8AD84506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05</a:t>
            </a:r>
          </a:p>
        </p:txBody>
      </p:sp>
    </p:spTree>
    <p:extLst>
      <p:ext uri="{BB962C8B-B14F-4D97-AF65-F5344CB8AC3E}">
        <p14:creationId xmlns:p14="http://schemas.microsoft.com/office/powerpoint/2010/main" val="1768201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EFFF8-7C57-4A7B-90B0-53D3EAFF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TESTING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77BC4-E96C-46DB-9900-72D8046D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0100"/>
            <a:ext cx="714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Founder’s Fuel tested a harder question: can a fresh account reach non-followers?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aa96871bb471b"/>
          <a:srcRect xmlns:a="http://schemas.openxmlformats.org/drawingml/2006/main" l="0" t="27000" r="0" b="2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74295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82770a0b24151"/>
          <a:srcRect xmlns:a="http://schemas.openxmlformats.org/drawingml/2006/main" l="0" t="27000" r="0" b="2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348615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9BABE-4E1B-469D-871C-0D06810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7907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F4987-B072-4094-BF6F-786C54D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32,205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104FF-58F7-4039-AB20-031D17A6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132FE-8306-41E9-ABF0-42653DDF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28850"/>
            <a:ext cx="17907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69BA4-9CC7-4F65-BF28-FD64B2B9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26,759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E0D6E-0E2D-40DC-92D9-D55A8FB4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accounts reached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BD88E-2DD9-4C31-9D62-907013BA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17907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89F0F-A37C-47C9-9A3A-0BB4739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03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99.8%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9673E-6FE0-4400-914C-CB0ACCF5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575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views from non-followers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DFE5C-3A59-47DD-B699-6441C4C2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7907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C2794-0112-4DA3-A28C-814CE5AB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434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633FE-0526-4448-B465-E1900105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saves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2572A-9E3E-42EB-9D3E-D9DD618E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67100"/>
            <a:ext cx="17907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8B2E7-008E-443C-9FAB-52E12D92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314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53708-D0BE-4998-9C2E-0599E7DC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sends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A29E2-4C35-45AD-8A5C-2428AB1A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17907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0C56E-EC46-43DD-A1A7-FED4CC00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1,301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EE13F-D492-4889-A494-43FE6665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interactions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5A0DA-C64F-4F97-8FF1-9D710514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The honest lesson: distribution is powerful, but distribution is not the same as community. Magnuson needs both attention and belonging.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66A09-EB7D-4AC6-AA50-6A15B265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06</a:t>
            </a:r>
          </a:p>
        </p:txBody>
      </p:sp>
    </p:spTree>
    <p:extLst>
      <p:ext uri="{BB962C8B-B14F-4D97-AF65-F5344CB8AC3E}">
        <p14:creationId xmlns:p14="http://schemas.microsoft.com/office/powerpoint/2010/main" val="1217676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6BC07-CB90-435A-91D8-9B3FEF8B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LEARNING BUSINESS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59B65-D7C9-4246-AC10-C8F6F57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Peter Field and Patlun connected content to commerce.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A7759-CA9B-4486-8D87-3B8293EF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Here, the objective was not abstract popularity. It was product discovery, trust, positioning, conversion, and repeat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E6F0C-62EE-42C2-B26D-45CD944E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30099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FBD30-CE85-4488-87FD-772A25A1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Peter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1621A-3DCF-4B83-9336-7857CB0D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24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Co-founded and scaled a men’s fashion ecommerce venture to INR 3.5 Cr revenue and 100,000+ units sold.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9051B-CDCE-4D77-ACCB-18A7DC29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30099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A8015-B851-48CE-9304-C039339D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45C8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45C8F"/>
                </a:solidFill>
                <a:latin typeface="Aptos"/>
                <a:ea typeface="Aptos"/>
                <a:cs typeface="Aptos"/>
              </a:rPr>
              <a:t>Patlun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8DAB7-879D-4060-A754-E1018853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24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Worked on ecommerce product decisions, marketing campaigns, assortment, and customer behavior insights.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a288eadd143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91450" y="781050"/>
            <a:ext cx="2781300" cy="278130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beef5016641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382905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06D0D-58AC-423B-A2AC-82D7E0EB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Takeaway for Magnuson: I can separate “content that gets attention” from “content that serves the organization’s real outcome.”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16B50-CD41-4229-817E-FE95DE8A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07</a:t>
            </a:r>
          </a:p>
        </p:txBody>
      </p:sp>
    </p:spTree>
    <p:extLst>
      <p:ext uri="{BB962C8B-B14F-4D97-AF65-F5344CB8AC3E}">
        <p14:creationId xmlns:p14="http://schemas.microsoft.com/office/powerpoint/2010/main" val="1413437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51AE9-3D42-4835-96BA-34380BD0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LEARNING LOCAL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095B1-F8AA-44FA-9170-19516CB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Fun Strike was strategy work, not content ownership.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1C7B7-D347-4CB8-B7CF-76EB19EE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My role was consulting: help shape the digital team, identify the right audience, and recommend collaborations that could bring local customers into a physical game zone.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85D07-F99F-4F82-8541-69275A8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E08B5-867B-4D40-817A-6D31C2F1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Low traction from normal posting.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E2473-69BE-4D89-9508-EF6F1B8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00EC3-FC91-4B6A-BA5B-70F57160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Local families, students, creators, community groups.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65120-F5FA-47AC-B076-BCA3BE19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1FDFB-C72F-42E4-9263-A4C3C750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Surat-based influencers, daily vloggers, community figures, cross-posting.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49475-C077-45A4-8750-A6F7649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B91BB-B88F-4A30-946E-C7EB5CC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 game zone does not need distant views. It needs nearby people who may visit.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04996-F2BB-4BD2-94C8-0C3D113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62050"/>
            <a:ext cx="2286000" cy="3829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4B33"/>
          </a:solidFill>
          <a:ln xmlns:a="http://schemas.openxmlformats.org/drawingml/2006/main" w="9525">
            <a:solidFill>
              <a:srgbClr val="0B4B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31C91-C44A-4152-899A-2194660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 contributed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623FB-CAE9-4DC6-B4E5-0CC798FB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1676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Collaboration model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Influencer locality logic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Discount-for-content idea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Selective paid creators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Community-channel reach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9E451-47BF-4899-8E6C-17ED0C78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This matters because Magnuson also needs strategy by objective, not one-size-fits-all posting.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8E6CB-115B-453D-9D20-FA6C18E2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08</a:t>
            </a:r>
          </a:p>
        </p:txBody>
      </p:sp>
    </p:spTree>
    <p:extLst>
      <p:ext uri="{BB962C8B-B14F-4D97-AF65-F5344CB8AC3E}">
        <p14:creationId xmlns:p14="http://schemas.microsoft.com/office/powerpoint/2010/main" val="10600968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C0FC6-791F-40AB-A197-D6F98B45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VISUAL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FAF54-E516-4811-8EB0-B92E1D41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Strategy still needs taste on the screen.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8995B-73DC-4103-9665-B42501ED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The portfolio should show that I can think strategically and still produce polished visual assets when the work calls for it.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c447cd53443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5527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0c1be65c043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25527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3dff532ec45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25527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5361ffbb04f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552700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eb09dd7aa4e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257300"/>
            <a:ext cx="1714500" cy="257175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EEF8B-E56D-40DC-921D-7D405F6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Armaan Textile: business-facing campaign graphics and brand communication.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BBBEC-44BD-48CD-A3A8-4CFBCE2A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AR2: a small friend-brand logo/poster project, included as design proof rather than a full campaign.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3BF51-4ABB-42A9-993D-DDF7C55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09</a:t>
            </a:r>
          </a:p>
        </p:txBody>
      </p:sp>
    </p:spTree>
    <p:extLst>
      <p:ext uri="{BB962C8B-B14F-4D97-AF65-F5344CB8AC3E}">
        <p14:creationId xmlns:p14="http://schemas.microsoft.com/office/powerpoint/2010/main" val="216858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7B779-A4F9-47EB-9517-365462B3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UNDERSTANDING MAGNUSON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0378C-DA7C-469C-A028-A318FA4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Magnuson’s content job is different.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4C997-CF6F-47B8-BA40-74A33D0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Magnuson serves Dartmouth students, alumni, faculty, and staff across the entrepreneurial journey through hands-on learning, mentorship, events, and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E5BAE-A2C0-4A6F-9651-65F03C13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762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BE374-47D7-4B03-9CE7-8B98E8FF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Make it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0126A-9707-43F1-B865-D76BF4B0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Students should see real people building real things.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09A6B-3A78-46AE-B2C3-D88017F7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762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06518-608C-4135-ABCF-AA37231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Make it understandable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8EA5C-9DD4-4546-8DF1-6B1E5AE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Programs, grants, office hours, and events should feel clear.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B1646-31BE-4044-B822-1FDAAE6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762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F6ED5-5287-41C0-8F99-9625F732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Make it approachable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B577C-5D8B-4C15-8DD3-E3FDC03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Students with only an abstract interest should still feel invited.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2D400-C5B8-4EDF-A891-1ED0FE7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4762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8AAE0-4C51-4255-A827-DA44184B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Make it actionable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DC9E0-E06E-47B4-907F-D0F36DF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Content should lead to a next step: attend, apply, ask, join.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51BBD-4C31-43BA-B807-A50B3A5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So the question is not: Can this post go viral?</a:t>
            </a:r>
          </a:p>
          <a:p xmlns:a="http://schemas.openxmlformats.org/drawingml/2006/main">
            <a:pPr algn="l">
              <a:defRPr sz="16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The question is: Does this post move a Dartmouth student closer to entrepreneurship?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17798-4472-48AF-853D-D9594226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10</a:t>
            </a:r>
          </a:p>
        </p:txBody>
      </p:sp>
    </p:spTree>
    <p:extLst>
      <p:ext uri="{BB962C8B-B14F-4D97-AF65-F5344CB8AC3E}">
        <p14:creationId xmlns:p14="http://schemas.microsoft.com/office/powerpoint/2010/main" val="1583943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234C2-E44C-470E-8934-49E404A8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THE STUDENT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C0396-C32A-4A6A-A7D4-1C8C665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075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Many students do not need more announcements. They need a first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A2A39-7952-47F4-AC60-A18F9E61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Entrepreneurship can feel intimidating when students do not know who belongs, where to start, what programs mean, or what failure looks like in real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67B84-AD91-4044-93E7-98DEA7D0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1126B-0FAB-4888-AB7A-EF4BE57D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90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“I do not have a real idea yet.”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1EB09-8AEF-4933-875A-5A3CFDBE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Confusion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57007-0541-40F8-B26B-0E7069DF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“What is a Founder Grant, Venture Studio, or office hour?”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74032-71B0-4983-9E2F-340C5C1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551E5-4BBF-4E87-9169-92FD7C59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862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“Are people like me actually building here?”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EFDB0-6BC3-4077-9CEA-207B21F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Inaction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C50A4-E370-4858-A71E-EDDA0CD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339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“I will think about it later.”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25896-2DA4-4179-844D-5D9AA4F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28750"/>
            <a:ext cx="2381250" cy="342900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00693E"/>
          </a:solidFill>
          <a:ln xmlns:a="http://schemas.openxmlformats.org/drawingml/2006/main" w="9525">
            <a:solidFill>
              <a:srgbClr val="0069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B6647-CC9C-43BE-9F2E-2013FE3B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478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can lower the barrier.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0EAB9-F36E-4247-B85E-5BF9667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1733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 the process.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 the entry points.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builders relatable.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action feel possible.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30EDE-29ED-44D1-99A6-D103AC36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11</a:t>
            </a:r>
          </a:p>
        </p:txBody>
      </p:sp>
    </p:spTree>
    <p:extLst>
      <p:ext uri="{BB962C8B-B14F-4D97-AF65-F5344CB8AC3E}">
        <p14:creationId xmlns:p14="http://schemas.microsoft.com/office/powerpoint/2010/main" val="509620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43A5C-24B8-4676-9197-C14DE764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CONTENT SYSTEM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D0594-A345-4A06-ADE4-A5C395E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 repeatable system around four content pillars.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E5CDB-DCA6-4E99-9DB1-E2AE0F0E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953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72B1-0DCE-4C48-A0CA-D9BC51FC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Founder Stories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B5F2F-2341-4739-B5DF-F744F39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What are you building? What problem are you solving? What surprised you?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8FE4D-F41B-4995-8D80-AB97A1BF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4953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4586D-5BED-43F7-A513-EA841D0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What I Got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E6C85-1968-496B-8A17-80A570F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Short failure/learning posts that make entrepreneurship feel human.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1A2E5-DEA2-44AF-96F0-A0762E55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953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2A816-1BC7-498A-9CED-0A1B052A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AAA6F-B2DB-4E74-A9CE-16351EB7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Simple explainers for grants, office hours, accelerators, events, and applications.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2E367-5B6A-46D0-88F0-E7F146ED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4953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1D684-EDA3-451E-A298-548CB999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In the Room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F1B01-2665-426C-A670-D135966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Event recaps, pitch practice, behind-the-scenes, whiteboards, and student conversations.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6B74B-C5C4-413D-ABD4-A3EB316D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Each pillar serves a purpose: reduce fear, clarify programs, celebrate community, and convert attention into participation.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76785-A2D8-4E00-B832-2CD77B1E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12</a:t>
            </a:r>
          </a:p>
        </p:txBody>
      </p:sp>
    </p:spTree>
    <p:extLst>
      <p:ext uri="{BB962C8B-B14F-4D97-AF65-F5344CB8AC3E}">
        <p14:creationId xmlns:p14="http://schemas.microsoft.com/office/powerpoint/2010/main" val="1291477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46696-82D5-4C64-AED4-10E51FEB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FIRST 30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3F047-64A3-41A9-BA97-DA71C74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Test formats. Learn quickly.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E767B-D694-475F-AD48-72461220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The first month should create enough evidence to learn what students actually respond 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CD5D2-3B91-4CC6-BCAD-612BD052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238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AB4CB-484E-4DF4-95E6-373C1AD4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EXPERIMENT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A271A-54E1-47CE-8517-233DEB1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Founder story Reel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96A31-0E4F-4CB9-ADE8-3FDF585A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Hypothesis: students save/share real builder stories more than generic announcements.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A32C0-3A6B-40C6-A3C6-6ABB0D3D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Measure: retention, saves, shares, profile visits.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E44CD-B672-483C-B290-046C322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3238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60932-06A3-4AC6-8C40-C7BC569D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EXPERIMENT 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D3018-DF46-4ED0-95BB-1DD0C18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Grant or program explainer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0B642-86FA-4B20-98E6-37849A94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Hypothesis: simpler entry-point content increases DMs, clicks, and application intent.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90FD2-B63A-4AE2-9617-45FBD664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Measure: saves, link clicks, DMs, profile 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4B077-66AB-463D-A483-8D6FEDCD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238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13600-210F-4CFD-AA53-A5A84F84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EXPERIMENT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EE36A-AA04-432A-A4C9-C3ADC95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Event recap / in the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7A415-5B76-4E17-9F04-B9B96E9C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686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Hypothesis: behind-the-scenes content builds FOMO and belonging.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6EAB5-D727-4D96-B49F-D6F0E929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Measure: shares, comments, RSVPs, repeat engagement.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3605B-52D1-46F6-B780-FEE608C8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Success is not only followers. It is useful attention: saves, shares, DMs, profile visits, event interest, and program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3D514-C9A3-4ED3-9879-C10A7A53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13</a:t>
            </a:r>
          </a:p>
        </p:txBody>
      </p:sp>
    </p:spTree>
    <p:extLst>
      <p:ext uri="{BB962C8B-B14F-4D97-AF65-F5344CB8AC3E}">
        <p14:creationId xmlns:p14="http://schemas.microsoft.com/office/powerpoint/2010/main" val="432502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314F0-849C-4BA1-8B4C-67134FAE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SAMPLE POST SLOT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3DD9A-2A67-4179-99EA-7D7C22D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 sample Magnuson post will make the strategy tangible.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4432B-0B97-4C43-9713-3C20194B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A615A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A615A"/>
                </a:solidFill>
                <a:latin typeface="Aptos"/>
                <a:ea typeface="Aptos"/>
                <a:cs typeface="Aptos"/>
              </a:rPr>
              <a:t>Once the event or program is selected, I will turn it into a finished post mockup that shows visual style, copy angle, and student-facing clarity.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A39E3-550A-45C6-BC81-1B056445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2476500" cy="4381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0693E"/>
          </a:solidFill>
          <a:ln xmlns:a="http://schemas.openxmlformats.org/drawingml/2006/main" w="9525">
            <a:solidFill>
              <a:srgbClr val="0069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F45E0-46C1-477B-B8F6-AF2B92C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14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7A84F"/>
                </a:solidFill>
                <a:latin typeface="Aptos"/>
                <a:ea typeface="Aptos"/>
                <a:cs typeface="Aptos"/>
              </a:rPr>
              <a:t>POST MOCKUP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5E7EA-C380-47A3-8FF5-18D2693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to take your first step at Magnuson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F21AF-5CC4-4299-8B2D-B1494054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766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Event/program details to be added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8EFC4-98FE-4CC8-A394-2ECEAA5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Visual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8BE27-8894-48F3-B369-E5F977FD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43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One clean branded graphic, not a busy collage.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6533A-ACD3-4811-847D-419D6ABD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0755E-DC45-4F44-BAA1-E98A050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 first line that answers why a student should care.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9E5A8-A522-4C09-9059-6D7A143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69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0693E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1EEB0-E379-4FF3-93C1-0559277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14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151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21512"/>
                </a:solidFill>
                <a:latin typeface="Aptos"/>
                <a:ea typeface="Aptos"/>
                <a:cs typeface="Aptos"/>
              </a:rPr>
              <a:t>A simple action: register, apply, DM, visit, or attend.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CBEEE-BA68-4C76-BC72-2DB3BC4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5A4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C65A4A"/>
                </a:solidFill>
                <a:latin typeface="Aptos"/>
                <a:ea typeface="Aptos"/>
                <a:cs typeface="Aptos"/>
              </a:rPr>
              <a:t>This slide is intentionally left as a live slot for your chosen recent Magnuson event/program.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BB217-5A80-4F2E-97C8-86E4DE98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A817A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A817A"/>
                </a:solidFill>
                <a:latin typeface="Aptos"/>
                <a:ea typeface="Aptos"/>
                <a:cs typeface="Aptos"/>
              </a:rPr>
              <a:t>Yash Kachhadiya | Magnuson Center Portfolio Draft | 14</a:t>
            </a:r>
          </a:p>
        </p:txBody>
      </p:sp>
    </p:spTree>
    <p:extLst>
      <p:ext uri="{BB962C8B-B14F-4D97-AF65-F5344CB8AC3E}">
        <p14:creationId xmlns:p14="http://schemas.microsoft.com/office/powerpoint/2010/main" val="12365345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4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C6868-BD12-4D96-A1EA-2F1B290F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 can bring to Magnuson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039ED-7E09-4A18-A946-5052A2C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D7A84F"/>
                </a:solidFill>
                <a:latin typeface="Aptos"/>
                <a:ea typeface="Aptos"/>
                <a:cs typeface="Aptos"/>
              </a:rPr>
              <a:t>Not just posts. A way of thinking.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1556D-E361-4833-B108-E45B5419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 can earn attention without worshipping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65D94-F9BB-44CA-AA19-22B80212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 can connect content to the real organizational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04062-2067-479D-89A7-A9E9B96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 can make entrepreneurship feel less intimidating.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EB83D-DA82-4186-94CD-B167B832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 can test, measure, and improve formats over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E1E86-6604-4378-91CA-BA343C0A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 can turn real student-founder moments into stories students want to watch and share.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DD20D-7BBE-4D32-ABD4-792BD7A2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2381250" cy="23812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BFAF4"/>
          </a:solidFill>
          <a:ln xmlns:a="http://schemas.openxmlformats.org/drawingml/2006/main" w="9525">
            <a:solidFill>
              <a:srgbClr val="FBFAF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ed1ffd6ae4dce"/>
          <a:stretch xmlns:a="http://schemas.openxmlformats.org/drawingml/2006/main"/>
        </p:blipFill>
        <p:spPr>
          <a:xfrm xmlns:a="http://schemas.openxmlformats.org/drawingml/2006/main">
            <a:off x="8172450" y="1768545"/>
            <a:ext cx="1657350" cy="27291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0ADC3-DC69-411A-AD01-438E5F6C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Yash Kachhadiya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Social Media | Strategy | Growth | Storytelling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69B45-9EE0-4A55-AB35-BA90851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0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A84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7A84F"/>
                </a:solidFill>
                <a:latin typeface="Aptos"/>
                <a:ea typeface="Aptos"/>
                <a:cs typeface="Aptos"/>
              </a:rPr>
              <a:t>yashkachhadiyawork@gmail.com</a:t>
            </a:r>
          </a:p>
        </p:txBody>
      </p:sp>
    </p:spTree>
    <p:extLst>
      <p:ext uri="{BB962C8B-B14F-4D97-AF65-F5344CB8AC3E}">
        <p14:creationId xmlns:p14="http://schemas.microsoft.com/office/powerpoint/2010/main" val="2144980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2026-08-21T07:44:16.9140000Z</dcterms:created>
  <dcterms:modified xsi:type="dcterms:W3CDTF">2026-08-21T07:44:16.9140000Z</dcterms:modified>
</coreProperties>
</file>